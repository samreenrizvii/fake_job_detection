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TrueJob: Fake Job Posting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Machine Learning approach using NLP</a:t>
            </a:r>
          </a:p>
          <a:p>
            <a:r>
              <a:t>Presented by: Arman Rizvi</a:t>
            </a:r>
          </a:p>
          <a:p>
            <a:r>
              <a:t>3rd Year B.Tech, Data Science &amp;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Online job portals are flooded with fraudulent listings.</a:t>
            </a:r>
          </a:p>
          <a:p>
            <a:pPr/>
            <a:r>
              <a:t>Scams target vulnerable job seekers to extract money or personal info.</a:t>
            </a:r>
          </a:p>
          <a:p>
            <a:pPr/>
            <a:r>
              <a:t>Traditional spam filters fail because scams use professional, legitimate-sounding language.</a:t>
            </a:r>
          </a:p>
          <a:p>
            <a:pPr/>
            <a:r>
              <a:t>There is a need for a real-time, automated detection tool.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Preprocess and extract features from unstructured job posting text.</a:t>
            </a:r>
          </a:p>
          <a:p>
            <a:pPr/>
            <a:r>
              <a:t>Train and compare multiple Machine Learning algorithms.</a:t>
            </a:r>
          </a:p>
          <a:p>
            <a:pPr/>
            <a:r>
              <a:t>Address severe class imbalance mathematically.</a:t>
            </a:r>
          </a:p>
          <a:p>
            <a:pPr/>
            <a:r>
              <a:t>Develop an automated pipeline for intelligent model selection.</a:t>
            </a:r>
          </a:p>
          <a:p>
            <a:pPr/>
            <a:r>
              <a:t>Build an interactive web dashboard for real-time predictions.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Dataset: EMSCAD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Employment Scam Aegean Dataset (from Kaggle).</a:t>
            </a:r>
          </a:p>
          <a:p>
            <a:pPr/>
            <a:r>
              <a:t>Total Records: ~17,880 job postings.</a:t>
            </a:r>
          </a:p>
          <a:p>
            <a:pPr/>
            <a:r>
              <a:t>Features used: Title, Company Profile, Description, Requirements, Benefits.</a:t>
            </a:r>
          </a:p>
          <a:p>
            <a:pPr/>
            <a:r>
              <a:t>Target Variable: 'fraudulent' (0 = Real, 1 = Fake).</a:t>
            </a:r>
          </a:p>
          <a:p>
            <a:pPr/>
            <a:r>
              <a:t>Challenge: Severe Imbalance. Only ~5% of jobs are fraudulent.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Preprocessing &amp; NLP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Missing Data: Filled empty text fields instead of dropping rows.</a:t>
            </a:r>
          </a:p>
          <a:p>
            <a:pPr/>
            <a:r>
              <a:t>Feature Engineering: Concatenated all text features into a single 'full_text' column.</a:t>
            </a:r>
          </a:p>
          <a:p>
            <a:pPr/>
            <a:r>
              <a:t>NLP Cleaning: Converted to lowercase, removed punctuation and numbers.</a:t>
            </a:r>
          </a:p>
          <a:p>
            <a:pPr/>
            <a:r>
              <a:t>Vectorization: Used TF-IDF (Term Frequency-Inverse Document Frequency).</a:t>
            </a:r>
          </a:p>
          <a:p>
            <a:pPr/>
            <a:r>
              <a:t>N-grams: Used unigrams and bigrams (e.g., 'wire transfer') to capture context.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 Evaluated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Logistic Regression: Fast, interpretable baseline.</a:t>
            </a:r>
          </a:p>
          <a:p>
            <a:pPr/>
            <a:r>
              <a:t>2. Naive Bayes: Classic NLP text classifier.</a:t>
            </a:r>
          </a:p>
          <a:p>
            <a:pPr/>
            <a:r>
              <a:t>3. Random Forest: Ensemble method to capture non-linear patterns.</a:t>
            </a:r>
          </a:p>
          <a:p>
            <a:pPr/>
            <a:r>
              <a:t>4. Linear SVC: Support Vector Machine optimized for high-dimensional, sparse TF-IDF matrices.</a:t>
            </a:r>
          </a:p>
          <a:p>
            <a:pPr/>
            <a:r>
              <a:t>Crucial Step: Used 'class_weight=balanced' to force algorithms to penalize errors on minority class.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Accuracy is Misleading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Because 95% of the data is Real, a 'dumb' model predicting 'Real' every time achieves 95% Accuracy.</a:t>
            </a:r>
          </a:p>
          <a:p>
            <a:pPr/>
            <a:r>
              <a:t>Therefore, we prioritized different metrics:</a:t>
            </a:r>
          </a:p>
          <a:p>
            <a:pPr/>
            <a:r>
              <a:t>Recall: Out of all actual scams, how many did we catch?</a:t>
            </a:r>
          </a:p>
          <a:p>
            <a:pPr/>
            <a:r>
              <a:t>Precision: Out of all flagged jobs, how many were actually scams?</a:t>
            </a:r>
          </a:p>
          <a:p>
            <a:pPr/>
            <a:r>
              <a:t>F1-Score: The harmonic mean of Precision and Recall. This was our primary metric for model selection.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Performance &amp;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Logistic Regression: Accuracy 96.7% | F1-Score 72.8%</a:t>
            </a:r>
          </a:p>
          <a:p>
            <a:pPr/>
            <a:r>
              <a:t>Naive Bayes: Accuracy 97.0% | F1-Score 58.4%</a:t>
            </a:r>
          </a:p>
          <a:p>
            <a:pPr/>
            <a:r>
              <a:t>Random Forest: Accuracy 98.1% | F1-Score 77.8%</a:t>
            </a:r>
          </a:p>
          <a:p>
            <a:pPr/>
            <a:r>
              <a:t>Linear SVC: Accuracy 98.1% | F1-Score 81.5% | Recall 82.6%</a:t>
            </a:r>
          </a:p>
          <a:p>
            <a:pPr/>
            <a:r>
              <a:t>Winner: Linear SVC. Automatically selected by the pipeline for achieving the highest F1-Score.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Interactive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Built using Python Dash and Dash Bootstrap Components.</a:t>
            </a:r>
          </a:p>
          <a:p>
            <a:pPr/>
            <a:r>
              <a:t>Features a 'Cyborg' dark-mode premium UI.</a:t>
            </a:r>
          </a:p>
          <a:p>
            <a:pPr/>
            <a:r>
              <a:t>Real-time Inference: Users paste a job description, and the backend vectorizes and predicts instantly.</a:t>
            </a:r>
          </a:p>
          <a:p>
            <a:pPr/>
            <a:r>
              <a:t>Model Insights: Visualizes exactly which words the model flagged as 'Fraudulent' based on SVC coefficients.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Conclusion:</a:t>
            </a:r>
          </a:p>
          <a:p>
            <a:pPr/>
            <a:r>
              <a:t>- Successfully built an end-to-end ML pipeline.</a:t>
            </a:r>
          </a:p>
          <a:p>
            <a:pPr/>
            <a:r>
              <a:t>- Proved that Linear SVC outperforms others on sparse text data.</a:t>
            </a:r>
          </a:p>
          <a:p>
            <a:pPr/>
            <a:r>
              <a:t>- Demonstrated the danger of relying purely on Accuracy.</a:t>
            </a:r>
          </a:p>
          <a:p>
            <a:pPr/>
            <a:r>
              <a:t>Future Scope:</a:t>
            </a:r>
          </a:p>
          <a:p>
            <a:pPr/>
            <a:r>
              <a:t>- Upgrade from TF-IDF to Transformer models (BERT).</a:t>
            </a:r>
          </a:p>
          <a:p>
            <a:pPr/>
            <a:r>
              <a:t>- Deploy as a Google Chrome browser extension for live web scanning.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