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TrueJob: Fake Job Posting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DCDCDC"/>
                </a:solidFill>
                <a:latin typeface="Segoe UI"/>
              </a:rPr>
              <a:t>A Machine Learning approach using NLP</a:t>
            </a:r>
          </a:p>
          <a:p/>
          <a:p>
            <a:r>
              <a:rPr sz="2200">
                <a:solidFill>
                  <a:srgbClr val="DCDCDC"/>
                </a:solidFill>
                <a:latin typeface="Segoe UI"/>
              </a:rPr>
              <a:t>Presented by: Arman Rizvi</a:t>
            </a:r>
          </a:p>
          <a:p>
            <a:r>
              <a:rPr sz="2200">
                <a:solidFill>
                  <a:srgbClr val="DCDCDC"/>
                </a:solidFill>
                <a:latin typeface="Segoe UI"/>
              </a:rPr>
              <a:t>3rd Year B.Tech, Data Science &amp;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Online job portals are increasingly flooded with fraudulent listings.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Scams target vulnerable job seekers to extract money or personal info.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Traditional spam filters fail because scams use professional, legitimate-sounding language.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There is an urgent need for an automated, NLP-based detection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Preprocess and extract features from unstructured job posting text.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Train and compare multiple Machine Learning algorithms.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Address severe class imbalance using mathematical weighting.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Develop an automated pipeline for intelligent model selection.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Build an interactive web dashboard for real-time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Dataset: EMSCAD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Employment Scam Aegean Dataset (sourced from Kaggle).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Total Records: ~17,880 job postings.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Features used: Title, Company Profile, Description, Requirements, Benefits.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Target Variable: 'fraudulent' (0 = Real, 1 = Fake).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Challenge: Severe Imbalance. Only ~5% of jobs in the dataset are fraudulent.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Data Preprocessing &amp;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Missing Data: Filled empty text fields instead of dropping rows to preserve data.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Feature Engineering: Concatenated all text features into a single 'full_text' column.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NLP Cleaning: Converted to lowercase, removed punctuation and numbers.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Vectorization: Used TF-IDF (Term Frequency-Inverse Document Frequency).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N-grams: Extracted both unigrams and bigrams (e.g., 'wire transfer') for context.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Algorithms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1. Logistic Regression: A fast, interpretable baseline.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2. Naive Bayes: The classic NLP text classifier.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3. Random Forest: An ensemble method to capture non-linear patterns.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4. Linear SVC: A Support Vector Machine optimized for sparse TF-IDF matrices.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Crucial Step: Used 'class_weight=balanced' to force algorithms to penalize errors heavily on the minority class.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Why Accuracy is Misleading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Because 95% of the data is Real, a 'dumb' model predicting 'Real' every time achieves 95% Accuracy.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Therefore, we prioritized different metrics: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Recall: Out of all actual scams, how many did we catch?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Precision: Out of all flagged jobs, how many were actually scams?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F1-Score: The harmonic mean of Precision and Recall. This was our primary metric for model selection.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Model Performance &amp;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Logistic Regression: Accuracy 96.7% | F1-Score 72.8%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Naive Bayes: Accuracy 97.0% | F1-Score 58.4%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Random Forest: Accuracy 98.1% | F1-Score 77.8%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Linear SVC: Accuracy 98.1% | F1-Score 81.5% | Recall 82.6%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Winner: Linear SVC. Automatically selected by the pipeline for achieving the highest F1-Score.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Interactive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Built using Python Dash and Dash Bootstrap Components.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Features a 'Cyborg' dark-mode premium UI.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Real-time Inference: Users paste a job description, and the backend vectorizes and predicts instantly.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Model Insights: Visualizes exactly which words the model flagged as 'Fraudulent' based on SVC coefficients.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1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40E0D0"/>
                </a:solidFill>
                <a:latin typeface="Segoe UI"/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Conclusion: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- Successfully built an end-to-end ML pipeline.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- Proved that Linear SVC outperforms others on sparse text data.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- Demonstrated the danger of relying purely on Accuracy in imbalanced data.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Future Scope: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- Upgrade from TF-IDF to Transformer models (BERT).</a:t>
            </a:r>
          </a:p>
          <a:p>
            <a:pPr/>
            <a:r>
              <a:rPr sz="2200">
                <a:solidFill>
                  <a:srgbClr val="F0F0F0"/>
                </a:solidFill>
                <a:latin typeface="Segoe UI"/>
              </a:rPr>
              <a:t>- Deploy as a Google Chrome browser extension for live web scanning.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